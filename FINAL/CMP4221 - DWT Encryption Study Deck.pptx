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Study deck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Requirement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Paper identity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DWT reminder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Chaos reminder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Cube construction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Confusion 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Diffusion 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PSNR 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Security 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Critique 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102033"/>
                </a:solidFill>
                <a:latin typeface="Arial"/>
              </a:rPr>
              <a:t>Q&amp;A anchors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8412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5200" b="1" i="0">
                <a:solidFill>
                  <a:srgbClr val="102033"/>
                </a:solidFill>
                <a:latin typeface="Arial"/>
              </a:rPr>
              <a:t>DWT Encryption</a:t>
            </a:r>
          </a:p>
          <a:p>
            <a:pPr algn="l">
              <a:lnSpc>
                <a:spcPct val="96000"/>
              </a:lnSpc>
            </a:pPr>
            <a:r>
              <a:rPr sz="5200" b="1" i="0">
                <a:solidFill>
                  <a:srgbClr val="102033"/>
                </a:solidFill>
                <a:latin typeface="Arial"/>
              </a:rPr>
              <a:t>backup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B4F4A"/>
                </a:solidFill>
                <a:latin typeface="Arial"/>
              </a:rPr>
              <a:t>Use this for rehearsal and Q&amp;A. Do not present it unless asked.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23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F6C7B"/>
                </a:solidFill>
                <a:latin typeface="Arial"/>
              </a:rPr>
              <a:t>Abdul Rahman Malak - Maria Alftaih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02/12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Requirement check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Group of two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Journal paper from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Methodology and 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Ten-minute live talk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03/12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Paper identity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ACM TOMM, March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DOI 10.1145/3769123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Xu, Gao, Cao, Mou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Multi-image encryption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04/12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DWT reminder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DWT makes four bands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LL is low frequency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Keep LL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Image becomes one-quarter size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05/12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Chaos reminder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Same key, same stream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Tiny change, new 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Sequence drives swaps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Sequence drives XOR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06/12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Cube construction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Compress each 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Stack LL bands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Pad smaller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Encrypt cube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07/12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Confusion answer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Changes positions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Values stay unchanged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Offsets from chaos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Nine swap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08/12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Diffusion answer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Changes values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Uses XOR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Chains previous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Creates avalanche effect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09/12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PSNR answer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32.06 dB average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Above visual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Prior work below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Quality stays usable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Security answer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NIST all passed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NPCR near ideal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UACI near ideal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Entropy almost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Critique answer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Not a formal 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Not an AES replacement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Best for image batches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Padding wastes 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F6C7B"/>
                </a:solidFill>
                <a:latin typeface="Arial"/>
              </a:rPr>
              <a:t>Companion study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17175" y="4114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F6C7B"/>
                </a:solidFill>
                <a:latin typeface="Arial"/>
              </a:rPr>
              <a:t>12/12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2009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02033"/>
                </a:solidFill>
                <a:latin typeface="Arial"/>
              </a:rPr>
              <a:t>Q&amp;A anchors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12700">
            <a:solidFill>
              <a:srgbClr val="D8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10820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C7B"/>
                </a:solidFill>
                <a:latin typeface="Arial"/>
              </a:rPr>
              <a:t>Backup material only - present the 10-slide main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DWT vs DCT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60320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50592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Why XOR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72384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Why cube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03904"/>
            <a:ext cx="109728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694176"/>
            <a:ext cx="10106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02033"/>
                </a:solidFill>
                <a:latin typeface="Arial"/>
              </a:rPr>
              <a:t>Why padding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CMP4221 - DWT Encryption Study Deck</dc:title>
  <dc:subject/>
  <dc:creator>Abdul Rahman Malak; Maria Alftaih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